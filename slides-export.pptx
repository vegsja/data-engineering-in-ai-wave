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 engineering happened at OpenAI, Anthropic, and Google. The chef is basically solved. What no vendor can fix for you: the ingredients. Even the best chef in the world can't rescue a dish made from rotten ingredients — and that's exactly what happens when you point a great model at a messy warehouse.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year in the life of a data team — and the moment AI walked in. January: first data hire. June: Snowflake + PowerBI, leadership is happy. August: sales wants churn data, requests pile up. December: the team is drowning, and someone points at Cortex Analyst as the way out. That's the moment we're really talking about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year in the life of a data team — and the moment AI walked in. January: first data hire. June: Snowflake + PowerBI, leadership is happy. August: sales wants churn data, requests pile up. December: the team is drowning, and someone points at Cortex Analyst as the way out. That's the moment we're really talking about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year in the life of a data team — and the moment AI walked in. January: first data hire. June: Snowflake + PowerBI, leadership is happy. August: sales wants churn data, requests pile up. December: the team is drowning, and someone points at Cortex Analyst as the way out. That's the moment we're really talking about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year in the life of a data team — and the moment AI walked in. January: first data hire. June: Snowflake + PowerBI, leadership is happy. August: sales wants churn data, requests pile up. December: the team is drowning, and someone points at Cortex Analyst as the way out. That's the moment we're really talking about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dive in, here's the map. Our AI analyst sets off full of promise — and hits three stops along the way. Each one is a pitfall we actually walked into. We're going to visit them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had to change, not one.
Naming: usr_chn_flg_30d might be perfectly clear to whoever wrote it, but it's opaque to everyone else — and completely opaque to a model. Rename it so it reads like English.
Structure: our warehouse had years of TBL_A_v3_final, customers_new, tmp_join_use_this — the kind of sprawl every team accumulates. No AI, and no new engineer, can navigate that. We had to reorganize into clear layers — raw, staging, marts — with predictable names in each layer.
Documentation: almost no column had a description. Even the perfectly named column needs a sentence explaining what it actually means, what edge cases it excludes, who owns it. Without that, the model — and every human after us — is guessing.
The bigger point: the whole warehouse was built by a small team for that team. To make AI work on top of it, we effectively have to rebuild it to be self-documenting and unambiguous.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had to change, not one.
Naming: usr_chn_flg_30d might be perfectly clear to whoever wrote it, but it's opaque to everyone else — and completely opaque to a model. Rename it so it reads like English.
Structure: our warehouse had years of TBL_A_v3_final, customers_new, tmp_join_use_this — the kind of sprawl every team accumulates. No AI, and no new engineer, can navigate that. We had to reorganize into clear layers — raw, staging, marts — with predictable names in each layer.
Documentation: almost no column had a description. Even the perfectly named column needs a sentence explaining what it actually means, what edge cases it excludes, who owns it. Without that, the model — and every human after us — is guessing.
The bigger point: the whole warehouse was built by a small team for that team. To make AI work on top of it, we effectively have to rebuild it to be self-documenting and unambiguous.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had to change, not one.
Naming: usr_chn_flg_30d might be perfectly clear to whoever wrote it, but it's opaque to everyone else — and completely opaque to a model. Rename it so it reads like English.
Structure: our warehouse had years of TBL_A_v3_final, customers_new, tmp_join_use_this — the kind of sprawl every team accumulates. No AI, and no new engineer, can navigate that. We had to reorganize into clear layers — raw, staging, marts — with predictable names in each layer.
Documentation: almost no column had a description. Even the perfectly named column needs a sentence explaining what it actually means, what edge cases it excludes, who owns it. Without that, the model — and every human after us — is guessing.
The bigger point: the whole warehouse was built by a small team for that team. To make AI work on top of it, we effectively have to rebuild it to be self-documenting and unambiguous.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will happily spot nulls, outliers, broken joins — the syntactic stuff. What it cannot spot: that "active customer" quietly started including trial users last quarter. The left side is what AI sees: schemas, freshness, null rates, statistical anomalies — syntactically valid, domain-blind. The right side is what only a human knows: what a field actually means this quarter, which edge cases are real customers vs noise, when a perfectly clean-looking number is lying. Context lives in people, not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will happily spot nulls, outliers, broken joins — the syntactic stuff. What it cannot spot: that "active customer" quietly started including trial users last quarter. The left side is what AI sees: schemas, freshness, null rates, statistical anomalies — syntactically valid, domain-blind. The right side is what only a human knows: what a field actually means this quarter, which edge cases are real customers vs noise, when a perfectly clean-looking number is lying. Context lives in people, not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punchline behind reason number one.
The business — and honestly a lot of engineers before they've done the job — thinks data engineering is 70% coding, 20% architecture, 10% talking to people. That's the picture that makes AI look like a silver bullet: if the job is mostly code, then a code-writing model must eat most of the job.
The reality is almost inverted. In my experience it's more like 70% stakeholder work — chasing definitions, reconciling metrics, sitting between finance and product, translating a vague question into a query someone can actually trust — and only about 15% each on architecture and code.
So when a vendor drops an AI chatbot on top of your warehouse, it doesn't shrink the 70%. It grows it. Every new consumer of data becomes a new source of ambiguous questions, drifting definitions, and confident-looking wrong answers you now have to defend. The bottleneck was never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punchline behind reason number one.
The business — and honestly a lot of engineers before they've done the job — thinks data engineering is 70% coding, 20% architecture, 10% talking to people. That's the picture that makes AI look like a silver bullet: if the job is mostly code, then a code-writing model must eat most of the job.
The reality is almost inverted. In my experience it's more like 70% stakeholder work — chasing definitions, reconciling metrics, sitting between finance and product, translating a vague question into a query someone can actually trust — and only about 15% each on architecture and code.
So when a vendor drops an AI chatbot on top of your warehouse, it doesn't shrink the 70%. It grows it. Every new consumer of data becomes a new source of ambiguous questions, drifting definitions, and confident-looking wrong answers you now have to defend. The bottleneck was never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 first: schema and quality. Then agreed metrics on top of that. Then dashboards you actually trust. Then, and only then, AI on top as the capstone. You cannot skip a step — AI on shaky ground falls faster than dashboards on shaky ground, because it moves faster and speaks with more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 first: schema and quality. Then agreed metrics on top of that. Then dashboards you actually trust. Then, and only then, AI on top as the capstone. You cannot skip a step — AI on shaky ground falls faster than dashboards on shaky ground, because it moves faster and speaks with more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 first: schema and quality. Then agreed metrics on top of that. Then dashboards you actually trust. Then, and only then, AI on top as the capstone. You cannot skip a step — AI on shaky ground falls faster than dashboards on shaky ground, because it moves faster and speaks with more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 first: schema and quality. Then agreed metrics on top of that. Then dashboards you actually trust. Then, and only then, AI on top as the capstone. You cannot skip a step — AI on shaky ground falls faster than dashboards on shaky ground, because it moves faster and speaks with more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these against your own company on Monday morning. Any "no" is where AI will hurt you first.
One: can a stranger read the schema? Column names, descriptions — the usr_chn_flg_30d problem.
Two: is there one definition per metric — written, findable, agreed? The active-customer problem.
Three: does the data actually match your expectations? Quality checks, domain sanity, and coverage of the questions the business actually asks.
Four: can every number trace back to its source and its consumers? Lineage, ownership, access. If you can't trace it, you can't trust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is Easy, Trustworthy Data is Hard</dc:title>
  <dc:subject>PptxGenJS Presentation</dc:subject>
  <dc:creator/>
  <cp:lastModifiedBy/>
  <cp:revision>1</cp:revision>
  <dcterms:created xsi:type="dcterms:W3CDTF">2026-08-30T08:53:17Z</dcterms:created>
  <dcterms:modified xsi:type="dcterms:W3CDTF">2026-08-30T08:53:17Z</dcterms:modified>
</cp:coreProperties>
</file>